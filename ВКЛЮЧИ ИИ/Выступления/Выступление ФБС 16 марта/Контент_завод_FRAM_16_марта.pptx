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9" r:id="rId11"/>
    <p:sldId id="270" r:id="rId12"/>
    <p:sldId id="268" r:id="rId13"/>
    <p:sldId id="272" r:id="rId14"/>
    <p:sldId id="271" r:id="rId15"/>
    <p:sldId id="274" r:id="rId16"/>
    <p:sldId id="277" r:id="rId17"/>
    <p:sldId id="276" r:id="rId18"/>
    <p:sldId id="280" r:id="rId19"/>
    <p:sldId id="289" r:id="rId20"/>
    <p:sldId id="282" r:id="rId21"/>
    <p:sldId id="278" r:id="rId22"/>
    <p:sldId id="279" r:id="rId23"/>
    <p:sldId id="283" r:id="rId24"/>
    <p:sldId id="284" r:id="rId25"/>
    <p:sldId id="285" r:id="rId26"/>
    <p:sldId id="286" r:id="rId27"/>
    <p:sldId id="287" r:id="rId28"/>
    <p:sldId id="288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8170" autoAdjust="0"/>
  </p:normalViewPr>
  <p:slideViewPr>
    <p:cSldViewPr snapToGrid="0" snapToObjects="1">
      <p:cViewPr>
        <p:scale>
          <a:sx n="75" d="100"/>
          <a:sy n="75" d="100"/>
        </p:scale>
        <p:origin x="510" y="3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B6-4789-B910-C84F0A4FE2CB}"/>
              </c:ext>
            </c:extLst>
          </c:dPt>
          <c:dPt>
            <c:idx val="1"/>
            <c:invertIfNegative val="0"/>
            <c:bubble3D val="0"/>
            <c:spPr>
              <a:solidFill>
                <a:srgbClr val="0F96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B6-4789-B910-C84F0A4FE2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SMM-специалист
(в месяц)</c:v>
                </c:pt>
                <c:pt idx="1">
                  <c:v>Контент-завод
(100 статей/мес)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60000</c:v>
                </c:pt>
                <c:pt idx="1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B6-4789-B910-C84F0A4FE2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2B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0F1A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53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Всех приветствую. Меня зовут Павел Лещенко. Помогаю предпринимателям и экспертам сделать так, чтобы нужные люди находили вас регулярно — без того, чтобы каждый день участвовать в создании контента.</a:t>
            </a:r>
          </a:p>
          <a:p/>
          <a:p>
            <a:r>
              <a:t>Не любите сниматься, не хотите взаимодействовать с камерой, или просто хотите оптимизировать расходы на маркетинг и SMM — сегодня покажу, как это можно решить.</a:t>
            </a:r>
          </a:p>
          <a:p/>
          <a:p>
            <a:r>
              <a:t>Покажу что такое контент-заводы, как это работает, покажу свою систему вживую — которую использую сам, внедряю для клиентов и каждый день совершенствую. Она становится всё более универсальной и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(Не повторять "строю AI-системы" — уже сказал на первом)</a:t>
            </a:r>
          </a:p>
          <a:p/>
          <a:p>
            <a:r>
              <a:t>Мой подход: контент-завод начинается не с автоматизации, а со смыслов. Сначала разбираемся — что продаёте, кому, зачем, каким голосом говорите. И уже потом строим 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 сейчас происходит на рынке с контентом?</a:t>
            </a:r>
          </a:p>
          <a:p/>
          <a:p>
            <a:r>
              <a:t>52% нового контента в интернете создаётся при помощи AI — будь то текст, картинка или видео. Сейчас всё сложнее понять, где AI, а где человек. Если правильно настроить систему и заложить смыслы — отличить уже практически невозможно. Даже детект-системы уже не справляются.</a:t>
            </a:r>
          </a:p>
          <a:p/>
          <a:p>
            <a:r>
              <a:t>71% крупных российских компаний используют AI в бизнес-процессах — по данным исследования Яндекса. Но сегодня больше про контент.</a:t>
            </a:r>
          </a:p>
          <a:p/>
          <a:p>
            <a:r>
              <a:t>34 млн AI-изображений создаётся ежедневно.</a:t>
            </a:r>
          </a:p>
          <a:p/>
          <a:p>
            <a:r>
              <a:t>По прогнозам аналитиков, к 2027 году до 90% контента будет создаваться при помощи AI.</a:t>
            </a:r>
          </a:p>
          <a:p/>
          <a:p>
            <a:r>
              <a:t>Звучит страшно — шума всё больше. Но это наша реальность, к ней нужно адаптироваться и уметь пробиться через этот шум. А с другой стороны — это колоссальная возможность для тех, кто умеет использовать AI, чтобы говорить на публику своим голосом.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Рекламные каналы сужаются, дорожают. Стоимость привлечения растёт. Борьба за внимание усиливается.</a:t>
            </a:r>
          </a:p>
          <a:p/>
          <a:p>
            <a:r>
              <a:t>Что приходит в помощь — GEO-оптимизация. Она не отменяет SEO, а дополняет. Люди начинают искать информацию через нейросети: Яндекс.Нейро, Алиса, ChatGPT, Perplexity.</a:t>
            </a:r>
          </a:p>
          <a:p/>
          <a:p>
            <a:r>
              <a:t>В Яндексе — может, замечали — когда вводите запрос, есть выпадающее окно с выдачей через Яндекс.Нейро. Это уже поиск, где информацию ищет AI. Если ваш контент оптимизирован под GEO — он попадает в эту выдачу.</a:t>
            </a:r>
          </a:p>
          <a:p/>
          <a:p>
            <a:r>
              <a:t>Я сам за собой заметил: мне этого выпадающего окна уже достаточно — нахожу источники, нужную информацию, когда нужно что-то купить, куда сходить, найти мероприятие.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Кто из вас уже продвигается через контент? Какие площадки используете? Используете ли многоканальность?</a:t>
            </a:r>
          </a:p>
          <a:p/>
          <a:p>
            <a:r>
              <a:t>(Послушать 2-3 ответа, отреагировать)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Покажу, какие решения существуют на рынке по автоматизации контента. Все они об одном, но немного о разном.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Первый вариант — фермы аккаунтов. Создаются десятки или сотни аккаунтов, находится трендовый формат — он немного адаптируется и раскидывается на кучу аккаунтов на одной площадке.</a:t>
            </a:r>
          </a:p>
          <a:p/>
          <a:p>
            <a:r>
              <a:t>Для этого нужны антидетект-браузеры, чтобы площадки не видели, что контент публикуется ботом. Используются эмуляторы для управления множеством профилей.</a:t>
            </a:r>
          </a:p>
          <a:p/>
          <a:p>
            <a:r>
              <a:t>Есть вариант на компьютерах, есть мобильные фермы — когда скупаются телефоны, подключаются в цепочку, и через эмуляцию пользователей на десятки аккаунтов выкладывается один и тот же контент.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Следующий уровень — автоматический анализ трендов. Таблицы собирают информацию по нише: какие форматы и темы набирают охваты. С помощью AI находятся трендовые форматы, контент адаптируется и выкладывается от себя. Это полуручной вариант — можно быстро запустить.</a:t>
            </a:r>
          </a:p>
          <a:p/>
          <a:p>
            <a:r>
              <a:t>И полный AI-конвейер: анализ рынка, генерация текста, создание визуала, каруселей, написание статей, SEO, GEO-оптимизация и автоматическая выкладка по площадкам.</a:t>
            </a:r>
          </a:p>
          <a:p/>
          <a:p>
            <a:r>
              <a:t>Вот последний вариант, в полуручном формате, я как раз и использую.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Самое главное: контент-завод — это не "поставил и всё работает". Контент-завод не отменяет человека. Правильная AI-контент-система работает в связке с человеком, и без закладки смыслов всё это будет ещё одна капля в окружающем шуме.</a:t>
            </a:r>
          </a:p>
          <a:p/>
          <a:p>
            <a:r>
              <a:t>На рынке фраза стала нарицательной — всё, что создаётся массово с помощью AI, называется контент-заводами. У всех разные форматы и степень автоматизации.</a:t>
            </a:r>
          </a:p>
          <a:p/>
          <a:p>
            <a:r>
              <a:t>Кто-нибудь сталкивался с такими решениями? Может, использовал в своей работе?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Далее покажу, как это работает у меня и с чего всё начиналось.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Когда я начал продвигаться через контент, самый главный затык — про что рассказывать? Начал следить за трендами, за тем, что рассказывают те, кто набирает обороты и хорошо привлекает клиентов через соцсети.</a:t>
            </a:r>
          </a:p>
          <a:p/>
          <a:p>
            <a:r>
              <a:t>Так родилась таблица — начал автоматически собирать идеи, чтобы не тратить часы на изобретение велосипеда. Контента нужно много, видимости нужно много — значит, нужно понимать, что уже работает в нише.</a:t>
            </a:r>
          </a:p>
          <a:p/>
          <a:p>
            <a:r>
              <a:t>Дальше начал анализировать форматы, на этой основе создавать контент и публиковать. Постепенно всё это переросло в более автоматический режим.</a:t>
            </a:r>
          </a:p>
          <a:p/>
          <a:p>
            <a:r>
              <a:t>Но контент-завод не отменяет ручную работу — часть остаётся за человеком.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Всё начинается с подготовки. Четыре этапа:</a:t>
            </a:r>
          </a:p>
          <a:p/>
          <a:p>
            <a:r>
              <a:t>1. Распаковка — что продаётся, кому, зачем, каким голосом</a:t>
            </a:r>
          </a:p>
          <a:p>
            <a:r>
              <a:t>2. ДНК клиента — кто клиент, что хочет, почему хочет</a:t>
            </a:r>
          </a:p>
          <a:p>
            <a:r>
              <a:t>3. Стратегия — контент-политика, план, форматы, что куда публикуется</a:t>
            </a:r>
          </a:p>
          <a:p>
            <a:r>
              <a:t>4. Промпты — AI-копирайтеры, которые пишут в голосе вашей компании</a:t>
            </a:r>
          </a:p>
          <a:p/>
          <a:p>
            <a:r>
              <a:t>На этом фундаменте строится всё остальное.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ДЕМО: Переключить на демо. Показать Retable — центральный хаб.</a:t>
            </a:r>
          </a:p>
          <a:p/>
          <a:p>
            <a:r>
              <a:t>Я работаю на Retable, но это может быть любая платформа — хоть Google Таблицы. Пройтись по вкладкам: аккаунты, рилсы, карусели, YouTube, Threads, Telegram-мониторинг.</a:t>
            </a:r>
          </a:p>
          <a:p/>
          <a:p>
            <a:r>
              <a:t>Отсюда забирается информация, оттуда автоматизация собирает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Таблица разрослась на автоматическую генерацию контента под разные площадки: Instagram*, TikTok, YouTube, Telegram, ВКонтакте, Дзен, Пикабу, VC, Threads, Twitter, Pinterest и блог на сайте для SEO и GEO-выдачи.</a:t>
            </a:r>
          </a:p>
          <a:p/>
          <a:p>
            <a:r>
              <a:t>Из одной темы — десятки единиц контента на все площадки.</a:t>
            </a:r>
          </a:p>
          <a:p/>
          <a:p>
            <a:r>
              <a:t>(* признан экстремистской организацией, запрещён в РФ)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ДЕМО: Вот так выглядит мой блог на сайте. Статьи реально опубликованы и оптимизированы.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ДЕМО: Под капотом — автоматизация на базе n8n. Можно и на Make, но не буду углубляться.</a:t>
            </a:r>
          </a:p>
          <a:p/>
          <a:p>
            <a:r>
              <a:t>Как это работает: автоматизация запускается несколько раз в день. Из таблицы забирается тема. Другая автоматизация уже заранее сформировала SEO-ядро, подобрала GEO-ядро. Система обращается к Perplexity, собирает информацию по текущим запросам, чтобы оптимизировать статью.</a:t>
            </a:r>
          </a:p>
          <a:p/>
          <a:p>
            <a:r>
              <a:t>Далее: пишется статья, генерируется заголовок, description, промпт для картинки — всё необходимое для качественной публикации.</a:t>
            </a:r>
          </a:p>
          <a:p/>
          <a:p>
            <a:r>
              <a:t>После этого статья адаптируется: переписывается под Пикабу, под VC.RU, выкладывается на сайт, адаптируется и публикуется в Telegram. Генерируется несколько веток Threads с призывом перехода на сайт или в Telegram-канал.</a:t>
            </a:r>
          </a:p>
          <a:p/>
          <a:p>
            <a:r>
              <a:t>Всё, до чего можно дотянуться через API — можно автоматизировать. И контент полностью оптимизирован под вас.</a:t>
            </a:r>
          </a:p>
          <a:p/>
          <a:p>
            <a:r>
              <a:t>Дополнение про GEO: И важный момент — в отличие от SEO, где результатов ждёшь месяцами, GEO-оптимизация работает значительно быстрее. Perplexity ищет в реальном времени — опубликовал статью, и она уже может попасть в ответ. Яндекс.Нейро тоже подтягивает свежий контент быстрее, чем классический поисковый индекс ранжирует страницы. То есть ваш контент начинает работать на вас практически сразу после публикации.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Эта автоматизация генерирует за раз 11 единиц контента.</a:t>
            </a:r>
          </a:p>
          <a:p/>
          <a:p>
            <a:r>
              <a:t>30 руб — полный цикл одной темы</a:t>
            </a:r>
          </a:p>
          <a:p>
            <a:r>
              <a:t>3 руб — стоимость одной единицы контента</a:t>
            </a:r>
          </a:p>
          <a:p>
            <a:r>
              <a:t>100 тем в месяц = обслуживание системы ~3 000 руб/мес</a:t>
            </a:r>
          </a:p>
          <a:p/>
          <a:p>
            <a:r>
              <a:t>(Пауза. Дать залу осмыслить цифры.)</a:t>
            </a:r>
          </a:p>
          <a:p/>
          <a:p>
            <a:r>
              <a:t>Как вам такие цифры?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Недавно добавил полную автоматизацию каруселей — задолбало тратить часы на их создание. Карусели в Instagram и TikTok набирают хорошие охваты, привлекают аудиторию. Последний слайд карусели — обычно кодовое слово или призыв, чтобы завести человека в воронку.</a:t>
            </a:r>
          </a:p>
          <a:p/>
          <a:p>
            <a:r>
              <a:t>Два варианта: есть таблица, которая собирает форматы — можно посмотреть, какие форматы каруселей сейчас работают в нише, проанализировать и создавать подобные на свои темы. Можно вручную, а можно автоматизировать.</a:t>
            </a:r>
          </a:p>
          <a:p/>
          <a:p>
            <a:r>
              <a:t>3 руб за слайд</a:t>
            </a:r>
          </a:p>
          <a:p>
            <a:r>
              <a:t>Карусель из 5 слайдов = 15 руб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Вот реальная статистика из моих соцсетей.</a:t>
            </a:r>
          </a:p>
          <a:p/>
          <a:p>
            <a:r>
              <a:t>TikTok: активно начал публиковать карусели с 27 февраля. Аккаунт был полуживой — давно не вёл. И ежедневно объём охвата растёт, количество подписчиков растёт. Вот динамика.</a:t>
            </a:r>
          </a:p>
          <a:p/>
          <a:p>
            <a:r>
              <a:t>Telegram: объём подписчиков в канале тоже растёт — контент работает как воронка, перегоняет аудиторию.</a:t>
            </a:r>
          </a:p>
          <a:p/>
          <a:p>
            <a:r>
              <a:t>Это не миллионные цифры — но это реальный рост на полуживом аккаунте, на автоматизации, за несколько недель.</a:t>
            </a:r>
          </a:p>
          <a:p/>
          <a:p>
            <a:r>
              <a:t>(Если спросят про другие площадки: не все площадки ещё полноценно запущены — система наращивается постепенно, сейчас в приоритете TikTok и Telegram, остальные подключаются.)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22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 ещё можно подключить:</a:t>
            </a:r>
          </a:p>
          <a:p/>
          <a:p>
            <a:r>
              <a:t>Любые соцсети — Twitter, LinkedIn, Facebook, ОК, группы ВК, личная страница ВК, Pinterest (недооценённая площадка, тоже добавил)</a:t>
            </a:r>
          </a:p>
          <a:p/>
          <a:p>
            <a:r>
              <a:t>RSS-ленты — вышла новость в вашей сфере → автоматически берётся как тема → SEO-ядро → GEO → публикация на все площадки</a:t>
            </a:r>
          </a:p>
          <a:p/>
          <a:p>
            <a:r>
              <a:t>Голосовое управление — подключается к боту в Telegram или Максе, надиктовываете голосом тему → далее по всей цепочке</a:t>
            </a:r>
          </a:p>
          <a:p/>
          <a:p>
            <a:r>
              <a:t>Мониторинг ниши — подключаешься к каналам по нише и собираешь темы. В нише все рассказывают об одном и том же, только с разной стороны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 видеоконтенту. Полностью автоматическую генерацию видео пока не поставил и для себя не хочу, но возможность есть.</a:t>
            </a:r>
          </a:p>
          <a:p/>
          <a:p>
            <a:r>
              <a:t>В таблице собираются рилсы — можно сортировать по блогерам, видеть просмотры, лайки, комментарии. Автоматически подгружается транскрипция.</a:t>
            </a:r>
          </a:p>
          <a:p/>
          <a:p>
            <a:r>
              <a:t>Если тема нравится — запускаю анализ. Система генерирует 10 новых хуков и идей. Выбираю, что откликается. Генерируется сценарий в моём голосе — промпт знает мой тон. Подкорректировал — и снял.</a:t>
            </a:r>
          </a:p>
          <a:p/>
          <a:p>
            <a:r>
              <a:t>Есть возможность AI-аватаров через HeyGen, но сам снимаю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ДЕМО: Показать таблицу вживую. Нажать кнопки: транскрипция, анализ, генерация хуков, сценарий.</a:t>
            </a:r>
          </a:p>
          <a:p/>
          <a:p>
            <a:r>
              <a:t>После демо — пауза для вопросов:</a:t>
            </a:r>
          </a:p>
          <a:p>
            <a:r>
              <a:t>"Мы посмотрели возможности системы. Есть вопросы? Спрашивайте."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Когда люди пришли и пишут — этот процесс тоже можно автоматизировать с помощью обученных ботов-консультантов.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Преимущества перед человеком:</a:t>
            </a:r>
          </a:p>
          <a:p/>
          <a:p>
            <a:r>
              <a:t>24/7 — моментально реагирует и отвечает клиенту</a:t>
            </a:r>
          </a:p>
          <a:p>
            <a:r>
              <a:t>Знает всё о компании, продукте, услугах — будет знать всё, что туда загружено</a:t>
            </a:r>
          </a:p>
          <a:p>
            <a:r>
              <a:t>Помнит все диалоги — если человек вернётся, система помнит, о чём был разговор</a:t>
            </a:r>
          </a:p>
          <a:p>
            <a:r>
              <a:t>Консультирует, подогревает и продаёт</a:t>
            </a:r>
          </a:p>
          <a:p/>
          <a:p>
            <a:r>
              <a:t>Подключается не только к Telegram — можно к чату на сайте, WhatsApp, Максу, мессенджеру ВК, CRM. Контакты потенциальных клиентов складываются в CRM — даже если человек не дошёл до покупки, лид уже у вас.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 меня есть такой бот, привязан к Telegram-каналу. Отсканируйте QR-код, пообщайтесь с ним. Он обучен по контент-заводам и автоматизациям. В конце цепочки предлагает записаться на экскурсию по контент-заводу или связаться со мной для консультации.</a:t>
            </a:r>
          </a:p>
          <a:p/>
          <a:p>
            <a:r>
              <a:t>(Дать 30-60 секунд на взаимодействие)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Резюмирую. Я запускаю не просто машину, которая публикует десятки единиц контента ежедневно. Всё начинается с распаковки и построения стратегии. На этой почве собирается контент-завод. Контент публикуется, собирает охваты, увеличивает ваше медиа-присутствие. И для обработки заявок — бот, который общается с холодной аудиторией за вас на первом этапе.</a:t>
            </a:r>
          </a:p>
          <a:p/>
          <a:p>
            <a:r>
              <a:t>Полная цепочка: от смыслов до первого контакта с клиентом.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тех, кто пришёл на моё первое выступление в этом клубе — подарок. Небольшая версия контент-завода: таблица-парсер каруселей.</a:t>
            </a:r>
          </a:p>
          <a:p/>
          <a:p>
            <a:r>
              <a:t>Напишите мне в личку в Telegram — скину ссылку на Google Таблицу. Она работает по скрипту, всё установлено.</a:t>
            </a:r>
          </a:p>
          <a:p/>
          <a:p>
            <a:r>
              <a:t>Что нужно сделать:</a:t>
            </a:r>
          </a:p>
          <a:p>
            <a:r>
              <a:t>1. Скопировать таблицу себе</a:t>
            </a:r>
          </a:p>
          <a:p>
            <a:r>
              <a:t>2. Ввести код доступа к скрипту (тоже скину)</a:t>
            </a:r>
          </a:p>
          <a:p>
            <a:r>
              <a:t>3. Подключить парсер — элементарно, подключается вместе с таблицей</a:t>
            </a:r>
          </a:p>
          <a:p/>
          <a:p>
            <a:r>
              <a:t>Запишу короткую видеоинструкцию, как запустить. На сервисе при регистрации даётся $5 — на эти деньги можно собрать около 2 500 публикаций в таблицу. Совершенно бесплатно.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внимание! Вопросы?</a:t>
            </a:r>
          </a:p>
          <a:p/>
          <a:p>
            <a:r>
              <a:t>(Два QR-кода: Telegram-канал + личка)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20.png"/><Relationship Id="rId9" Type="http://schemas.openxmlformats.org/officeDocument/2006/relationships/image" Target="../media/image4.png"/><Relationship Id="rId10" Type="http://schemas.openxmlformats.org/officeDocument/2006/relationships/image" Target="../media/image12.png"/><Relationship Id="rId11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КОНТЕНТ-ЗАВОД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автоматизация процессов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2743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Павел Лещенко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BUSINESS COMMUNITY · </a:t>
            </a: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марта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Кто я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54864" cy="347472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Text 3"/>
          <p:cNvSpPr/>
          <p:nvPr/>
        </p:nvSpPr>
        <p:spPr>
          <a:xfrm>
            <a:off x="1124712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Строю AI-контент-системы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предпринимателей и экспертов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3017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в цифрах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 smtClean="0">
                <a:solidFill>
                  <a:srgbClr val="6EDC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r>
              <a:rPr lang="ru-RU" sz="3800" dirty="0" smtClean="0">
                <a:solidFill>
                  <a:srgbClr val="6EDC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3800" dirty="0" smtClean="0">
                <a:solidFill>
                  <a:srgbClr val="6EDC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</a:t>
            </a:r>
            <a:r>
              <a:rPr lang="ru-RU" sz="13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рупных </a:t>
            </a:r>
            <a:r>
              <a:rPr lang="en-US" sz="13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</a:t>
            </a:r>
            <a:r>
              <a:rPr lang="en-US" sz="13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используют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в </a:t>
            </a:r>
            <a:r>
              <a:rPr lang="en-US" sz="13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бизнес-процессах</a:t>
            </a:r>
            <a:endParaRPr lang="ru-RU" sz="1300" dirty="0" smtClean="0">
              <a:solidFill>
                <a:srgbClr val="C8D1E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6EDC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 млн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7548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AI-изображений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создаётся ежедневно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97180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800" dirty="0" smtClean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r>
              <a:rPr lang="en-US" sz="3800" dirty="0" smtClean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нового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контента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интернете</a:t>
            </a:r>
            <a:endParaRPr lang="en-US" sz="1200" dirty="0"/>
          </a:p>
          <a:p>
            <a:pPr algn="ctr"/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создаётся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нейросетями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97180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475488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контента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 202</a:t>
            </a:r>
            <a:r>
              <a:rPr lang="ru-RU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году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будет</a:t>
            </a:r>
            <a:endParaRPr lang="en-US" sz="1200" dirty="0"/>
          </a:p>
          <a:p>
            <a:pPr algn="ctr"/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создано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помощи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(</a:t>
            </a:r>
            <a:r>
              <a:rPr lang="en-US" sz="12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аналитиков</a:t>
            </a:r>
            <a:r>
              <a:rPr lang="en-US" sz="12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731520" y="454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сейчас сложно отличить, где AI, а где живой человек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Новая реальность продвижения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657600" cy="33832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54864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371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Рекламные каналы</a:t>
            </a:r>
            <a:endParaRPr lang="en-US" sz="1800" dirty="0"/>
          </a:p>
          <a:p>
            <a:pPr marL="0" indent="0">
              <a:buNone/>
            </a:pPr>
            <a:r>
              <a:rPr lang="ru-RU" sz="18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дорожают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0294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привлечения растёт.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Борьба за внимание усиливается.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657600" cy="33832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54864" cy="338328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371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GEO-оптимизация —</a:t>
            </a:r>
            <a:endParaRPr lang="en-US" sz="1800" dirty="0"/>
          </a:p>
          <a:p>
            <a:pPr marL="0" indent="0">
              <a:buNone/>
            </a:pPr>
            <a:r>
              <a:rPr lang="ru-RU" sz="18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дополнение</a:t>
            </a:r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0" y="21945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ищут через нейросети: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Нейро, Алиса, ChatGPT.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контент оптимизирован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AI-выдачу — попадаете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ответы чаще.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Вопрос к вам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из вас продвигается через контент?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каких площадках?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Используете ли многоканальность?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Какие решения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существуют на рынке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651760"/>
            <a:ext cx="1463040" cy="36576"/>
          </a:xfrm>
          <a:prstGeom prst="rect">
            <a:avLst/>
          </a:prstGeom>
          <a:solidFill>
            <a:srgbClr val="0F969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</a:t>
            </a:r>
            <a:r>
              <a:rPr lang="en-US" sz="2600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ермы</a:t>
            </a:r>
            <a:r>
              <a:rPr lang="en-US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аккаунтов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63728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Скупают телефоны,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подключают в цепочку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97280" y="219456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Боты имитируют поведение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реального пользователя.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с минимальным rewrite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раскидывается на десятки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сотни аккаунтов.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же самое, что на компьютерах,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на физических устройствах.</a:t>
            </a:r>
            <a:endParaRPr lang="en-US" sz="1500" dirty="0"/>
          </a:p>
        </p:txBody>
      </p:sp>
      <p:sp>
        <p:nvSpPr>
          <p:cNvPr id="9" name="Shape 1"/>
          <p:cNvSpPr/>
          <p:nvPr/>
        </p:nvSpPr>
        <p:spPr>
          <a:xfrm>
            <a:off x="4541520" y="1188720"/>
            <a:ext cx="401828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2"/>
          <p:cNvSpPr/>
          <p:nvPr/>
        </p:nvSpPr>
        <p:spPr>
          <a:xfrm>
            <a:off x="4907280" y="1371600"/>
            <a:ext cx="34117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Антидетект-браузеры,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десятки аккаунтов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одной площадке</a:t>
            </a:r>
            <a:endParaRPr lang="en-US" sz="1900" dirty="0"/>
          </a:p>
        </p:txBody>
      </p:sp>
      <p:sp>
        <p:nvSpPr>
          <p:cNvPr id="11" name="Text 3"/>
          <p:cNvSpPr/>
          <p:nvPr/>
        </p:nvSpPr>
        <p:spPr>
          <a:xfrm>
            <a:off x="4907280" y="2377440"/>
            <a:ext cx="341174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пост с </a:t>
            </a:r>
            <a:r>
              <a:rPr lang="en-US" sz="1500" dirty="0" err="1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минимальным</a:t>
            </a: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1500" dirty="0" smtClean="0"/>
          </a:p>
          <a:p>
            <a:pPr marL="0" indent="0">
              <a:buNone/>
            </a:pPr>
            <a:r>
              <a:rPr lang="en-US" sz="15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публикуется</a:t>
            </a:r>
            <a:r>
              <a:rPr lang="en-US" sz="15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5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десятки</a:t>
            </a:r>
            <a:endParaRPr lang="en-US" sz="1500" dirty="0" smtClean="0"/>
          </a:p>
          <a:p>
            <a:pPr marL="0" indent="0">
              <a:buNone/>
            </a:pPr>
            <a:r>
              <a:rPr lang="en-US" sz="15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аккаунтов</a:t>
            </a:r>
            <a:r>
              <a:rPr lang="en-US" sz="15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одновременно</a:t>
            </a:r>
            <a:r>
              <a:rPr lang="en-US" sz="15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 smtClean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 эмуляторы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управления множеством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профилей.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AI-системы автоматизации контента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54864" cy="3200400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3716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Парсинг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8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трендов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0584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парсят контент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конкурентов: карусели,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рилсы, Threads.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ru-RU" sz="14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находит трендовые идеи и форматы</a:t>
            </a:r>
            <a:r>
              <a:rPr lang="en-US" sz="14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Полуручной вариант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быстро запустить.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54880" y="1188720"/>
            <a:ext cx="54864" cy="3200400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716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AI-конвейер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50292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автоматизации: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парсинг → генерация текста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визуал → SEO/GEO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автопубликация.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Разная степень автоматизации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полуручного до полного.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Всё, что создаётся массово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в объёме — на рынке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называется контент-заводом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 у всех разные форматы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степень автоматизации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Кто-нибудь сталкивался с такими решениями?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Покажу, как это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работает у меня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651760"/>
            <a:ext cx="1463040" cy="36576"/>
          </a:xfrm>
          <a:prstGeom prst="rect">
            <a:avLst/>
          </a:prstGeom>
          <a:solidFill>
            <a:srgbClr val="0F969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это начиналось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54864" cy="347472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371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 затык: про что рассказывать?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21031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 собирать контент конкурентов в таблицу —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идеи, темы, форматы, что заходит, что нет.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Отсюда раскрутил клубок до полной автоматизации:</a:t>
            </a:r>
            <a:endParaRPr lang="en-US" sz="1700" dirty="0"/>
          </a:p>
          <a:p>
            <a:pPr marL="0" indent="0">
              <a:buNone/>
            </a:pPr>
            <a:r>
              <a:rPr lang="ru-RU" sz="17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en-US" sz="17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арсинг</a:t>
            </a:r>
            <a:r>
              <a:rPr lang="ru-RU" sz="17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трендов</a:t>
            </a:r>
            <a:r>
              <a:rPr lang="en-US" sz="17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700" dirty="0" err="1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r>
              <a:rPr lang="ru-RU" sz="17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форматов</a:t>
            </a:r>
            <a:r>
              <a:rPr lang="en-US" sz="17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генерация → публикация.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3657600"/>
            <a:ext cx="694944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657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Контент-завод не отменяет ручную работу — часть остаётся за человеком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Подготовка перед запуском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82880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3716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Распаковка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продаётся,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кому, зачем,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каким голосом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2286000"/>
            <a:ext cx="182880" cy="1828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51760" y="1097280"/>
            <a:ext cx="182880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651760" y="1097280"/>
            <a:ext cx="18288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13716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432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ДНК клиента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274320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клиент,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хочет,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хочет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286000"/>
            <a:ext cx="182880" cy="18288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754880" y="1097280"/>
            <a:ext cx="182880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754880" y="1097280"/>
            <a:ext cx="18288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137160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463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484632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политика,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план, форматы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286000"/>
            <a:ext cx="182880" cy="1828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858000" y="1097280"/>
            <a:ext cx="182880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6858000" y="1097280"/>
            <a:ext cx="18288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1371600"/>
            <a:ext cx="457200" cy="4572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Промпты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694944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пишет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голосе</a:t>
            </a:r>
            <a:endParaRPr lang="en-US" sz="1300" dirty="0"/>
          </a:p>
          <a:p>
            <a:pPr marL="0" indent="0" algn="ctr">
              <a:buNone/>
            </a:pPr>
            <a:r>
              <a:rPr lang="ru-RU" sz="13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компании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Центральный хаб — </a:t>
            </a:r>
            <a:r>
              <a:rPr lang="ru-RU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Таблица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solidFill>
            <a:srgbClr val="1A1A2E"/>
          </a:solidFill>
          <a:ln w="25400">
            <a:solidFill>
              <a:srgbClr val="0F969C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ВСТАВИТЬ: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Скриншот Airtable — общий вид таблицы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с вкладками: аккаунты конкурентов Instagram,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рилсы, карусели, YouTube, Threads, Telegram-мониторинг</a:t>
            </a:r>
            <a:endParaRPr lang="en-US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051560"/>
            <a:ext cx="777875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Вот куда уходит контент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r>
              <a:rPr lang="ru-RU" sz="13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2743200" y="118872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14630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3756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937760" y="118872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4630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3212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132320" y="118872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46304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2668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548640" y="242316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6974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4300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ВКонтакте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2743200" y="242316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26974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33756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Дзен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4937760" y="242316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2697480"/>
            <a:ext cx="320040" cy="32004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53212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Пикабу</a:t>
            </a:r>
            <a:endParaRPr lang="en-US" sz="1300" dirty="0"/>
          </a:p>
        </p:txBody>
      </p:sp>
      <p:sp>
        <p:nvSpPr>
          <p:cNvPr id="25" name="Shape 15"/>
          <p:cNvSpPr/>
          <p:nvPr/>
        </p:nvSpPr>
        <p:spPr>
          <a:xfrm>
            <a:off x="7132320" y="242316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2697480"/>
            <a:ext cx="320040" cy="32004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72668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548640" y="365760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931920"/>
            <a:ext cx="320040" cy="32004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143000" y="3840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</a:t>
            </a:r>
            <a:endParaRPr lang="en-US" sz="1300" dirty="0"/>
          </a:p>
        </p:txBody>
      </p:sp>
      <p:sp>
        <p:nvSpPr>
          <p:cNvPr id="31" name="Shape 19"/>
          <p:cNvSpPr/>
          <p:nvPr/>
        </p:nvSpPr>
        <p:spPr>
          <a:xfrm>
            <a:off x="2743200" y="365760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931920"/>
            <a:ext cx="320040" cy="32004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3337560" y="3840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1300" dirty="0"/>
          </a:p>
        </p:txBody>
      </p:sp>
      <p:sp>
        <p:nvSpPr>
          <p:cNvPr id="34" name="Shape 21"/>
          <p:cNvSpPr/>
          <p:nvPr/>
        </p:nvSpPr>
        <p:spPr>
          <a:xfrm>
            <a:off x="4937760" y="365760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931920"/>
            <a:ext cx="320040" cy="32004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532120" y="3840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</a:t>
            </a:r>
            <a:endParaRPr lang="en-US" sz="1300" dirty="0"/>
          </a:p>
        </p:txBody>
      </p:sp>
      <p:sp>
        <p:nvSpPr>
          <p:cNvPr id="37" name="Shape 23"/>
          <p:cNvSpPr/>
          <p:nvPr/>
        </p:nvSpPr>
        <p:spPr>
          <a:xfrm>
            <a:off x="7132320" y="3657600"/>
            <a:ext cx="1965960" cy="10058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3931920"/>
            <a:ext cx="320040" cy="32004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7726680" y="3840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Блог на сайте</a:t>
            </a:r>
            <a:endParaRPr lang="en-US" sz="1300" dirty="0"/>
          </a:p>
        </p:txBody>
      </p:sp>
      <p:sp>
        <p:nvSpPr>
          <p:cNvPr id="40" name="Text 25"/>
          <p:cNvSpPr/>
          <p:nvPr/>
        </p:nvSpPr>
        <p:spPr>
          <a:xfrm>
            <a:off x="25146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b="1" dirty="0" smtClean="0">
                <a:solidFill>
                  <a:schemeClr val="bg1"/>
                </a:solidFill>
              </a:rPr>
              <a:t>*Признаны </a:t>
            </a:r>
            <a:r>
              <a:rPr lang="ru-RU" sz="1100" b="1" dirty="0">
                <a:solidFill>
                  <a:schemeClr val="bg1"/>
                </a:solidFill>
              </a:rPr>
              <a:t>экстремистскими организациями и запрещены на территории РФ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</a:t>
            </a:r>
            <a:r>
              <a:rPr lang="en-US" sz="2600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лог</a:t>
            </a:r>
            <a:r>
              <a:rPr lang="en-US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 сайте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solidFill>
            <a:srgbClr val="1A1A2E"/>
          </a:solidFill>
          <a:ln w="25400">
            <a:solidFill>
              <a:srgbClr val="0F969C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ВСТАВИТЬ: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Скриншот вашего сайта с опубликованными статьями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в блоге — показать что контент реально публикуется</a:t>
            </a:r>
            <a:endParaRPr lang="en-US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31" y="949611"/>
            <a:ext cx="7828629" cy="39143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 капотом: n8n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solidFill>
            <a:srgbClr val="1A1A2E"/>
          </a:solidFill>
          <a:ln w="25400">
            <a:solidFill>
              <a:srgbClr val="0F969C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ВСТАВИТЬ: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Скриншот n8n — цепочка автоматизации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статейного конвейера (от темы до публикации)</a:t>
            </a:r>
            <a:endParaRPr lang="en-US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777240"/>
            <a:ext cx="7937500" cy="42780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Экономика статейного конвейера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246888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1280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₽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одной темы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520440" y="1188720"/>
            <a:ext cx="246888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20440" y="1280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6EDC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5204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контента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разных площадках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188720"/>
            <a:ext cx="246888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280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₽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30936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одной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единицы контента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31520" y="3200400"/>
          <a:ext cx="77724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Карусели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411480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097280"/>
            <a:ext cx="54864" cy="310896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2801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Парсинг каруселей конкурентов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</a:rPr>
              <a:t>Сортировка по лайкам — отбор лучших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Автогенерация по референсам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</a:rPr>
              <a:t>Генерирует и присылает в Telegram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Автоматическая выкладка сторис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EDCD9"/>
                </a:solidFill>
              </a:rPr>
              <a:t>Карусели набирают охваты без видео —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EDCD9"/>
                </a:solidFill>
              </a:rPr>
              <a:t>для тех, кто не </a:t>
            </a:r>
            <a:r>
              <a:rPr lang="en-US" sz="1300" dirty="0" err="1">
                <a:solidFill>
                  <a:srgbClr val="6EDCD9"/>
                </a:solidFill>
              </a:rPr>
              <a:t>хочет</a:t>
            </a:r>
            <a:r>
              <a:rPr lang="en-US" sz="1300" dirty="0">
                <a:solidFill>
                  <a:srgbClr val="6EDCD9"/>
                </a:solidFill>
              </a:rPr>
              <a:t> </a:t>
            </a:r>
            <a:r>
              <a:rPr lang="ru-RU" sz="1300" dirty="0" smtClean="0">
                <a:solidFill>
                  <a:srgbClr val="6EDCD9"/>
                </a:solidFill>
              </a:rPr>
              <a:t>снимать ролики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20640" y="10972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ВСТАВИТЬ: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Пример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сгенерированной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</a:rPr>
              <a:t>карусели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₽ за слайд · Карусель из 5 слайдов ≈ 15 ₽</a:t>
            </a:r>
            <a:endParaRPr lang="en-US" sz="16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281" y="1097280"/>
            <a:ext cx="2292799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23" y="1061827"/>
            <a:ext cx="3600953" cy="301984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1061827"/>
            <a:ext cx="3168142" cy="30198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Реальные результаты: </a:t>
            </a:r>
            <a:r>
              <a:rPr lang="en-US" sz="2600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r>
              <a:rPr lang="en-US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+ TG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91502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Возможности расширения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55448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Любые соцсети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5448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Twitter, LinkedIn, Facebook,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Одноклассники, Pinterest...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754880" y="118872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5448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7784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RSS-ленты новостей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57784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Вышла новость в нише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 статья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31520" y="301752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8328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Голосовое управление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55448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Надиктовал идею в бота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статья, карусель, пост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754880" y="3017520"/>
            <a:ext cx="3657600" cy="15544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38328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7784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 из ниши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57784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Подключиться к каналам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конкурентов и </a:t>
            </a:r>
            <a:r>
              <a:rPr lang="ru-RU" sz="1300" dirty="0" smtClean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собираешь тренды.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Рилсы: парсинг и анализ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274320" y="1097280"/>
            <a:ext cx="1600200" cy="23774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4672" y="1280160"/>
            <a:ext cx="548640" cy="54864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dirty="0" smtClean="0">
                <a:solidFill>
                  <a:srgbClr val="C8D1E0"/>
                </a:solidFill>
                <a:latin typeface="Arial" pitchFamily="34" charset="0"/>
                <a:cs typeface="Arial" pitchFamily="34" charset="-120"/>
              </a:rPr>
              <a:t>Анализ трендов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57400" y="1097280"/>
            <a:ext cx="1600200" cy="23774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87752" y="1280160"/>
            <a:ext cx="548640" cy="54864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0" name="Text 7"/>
          <p:cNvSpPr/>
          <p:nvPr/>
        </p:nvSpPr>
        <p:spPr>
          <a:xfrm>
            <a:off x="258775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14884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охватам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0" y="1097280"/>
            <a:ext cx="1600200" cy="23774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1280160"/>
            <a:ext cx="548640" cy="54864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4" name="Text 11"/>
          <p:cNvSpPr/>
          <p:nvPr/>
        </p:nvSpPr>
        <p:spPr>
          <a:xfrm>
            <a:off x="437083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93192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Транскрипция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ролика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23560" y="1097280"/>
            <a:ext cx="1600200" cy="23774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53912" y="1280160"/>
            <a:ext cx="548640" cy="54864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8" name="Text 15"/>
          <p:cNvSpPr/>
          <p:nvPr/>
        </p:nvSpPr>
        <p:spPr>
          <a:xfrm>
            <a:off x="615391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71500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хука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структуры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06640" y="1097280"/>
            <a:ext cx="1600200" cy="237744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36992" y="1280160"/>
            <a:ext cx="548640" cy="54864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2" name="Text 19"/>
          <p:cNvSpPr/>
          <p:nvPr/>
        </p:nvSpPr>
        <p:spPr>
          <a:xfrm>
            <a:off x="793699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49808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парсить и зарубежных блогеров — их контент при адаптации часто заходит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4320" y="4023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Также: генерация AI-аватара через HeyGen (сам снимаю вживую)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</a:t>
            </a:r>
            <a:r>
              <a:rPr lang="en-US" sz="2600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аблица</a:t>
            </a:r>
            <a:r>
              <a:rPr lang="en-US" sz="26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рилсов</a:t>
            </a:r>
            <a:endParaRPr lang="en-US" sz="2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05" y="1107440"/>
            <a:ext cx="7132255" cy="34401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 когда люди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приходят и пишут?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651760"/>
            <a:ext cx="1463040" cy="36576"/>
          </a:xfrm>
          <a:prstGeom prst="rect">
            <a:avLst/>
          </a:prstGeom>
          <a:solidFill>
            <a:srgbClr val="0F969C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умеет бот-консультант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25603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28016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круглосуточно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606040" y="1097280"/>
            <a:ext cx="1920240" cy="25603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28016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9748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Знает всё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269748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компании,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продуктах, услугах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754880" y="1097280"/>
            <a:ext cx="1920240" cy="25603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128016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4632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Помнит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484632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всей переписки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903720" y="1097280"/>
            <a:ext cx="1920240" cy="25603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28016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Консультирует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99516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Прогревает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продаёт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· Сайт · WhatsApp · CRM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дообучить: прогрев, продажа товаров и услуг, запись на приём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Попробуйте прямо сейчас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Напишите моему боту — он знает всё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контент-заводы и автоматизацию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6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</a:rPr>
              <a:t>ВСТАВИТЬ: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</a:rPr>
              <a:t>QR-код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</a:rPr>
              <a:t>на Telegram-бота</a:t>
            </a:r>
            <a:endParaRPr lang="en-US" sz="1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548" y="1737360"/>
            <a:ext cx="2957052" cy="30911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Вся система: от идеи до клиента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65960" cy="27432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188720"/>
            <a:ext cx="1965960" cy="4572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Распаковка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Промпты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28600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51760" y="1188720"/>
            <a:ext cx="1965960" cy="27432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651760" y="1188720"/>
            <a:ext cx="1965960" cy="4572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Контент-завод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788920" y="19202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Статьи · Рилсы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Карусели · Сторис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площадок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286000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46320" y="1188720"/>
            <a:ext cx="1965960" cy="27432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46320" y="1188720"/>
            <a:ext cx="1965960" cy="4572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6" name="Text 11"/>
          <p:cNvSpPr/>
          <p:nvPr/>
        </p:nvSpPr>
        <p:spPr>
          <a:xfrm>
            <a:off x="484632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Охваты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83480" y="19202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· GEO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присутствие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860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040880" y="1188720"/>
            <a:ext cx="1965960" cy="27432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040880" y="1188720"/>
            <a:ext cx="19659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5"/>
          <p:cNvSpPr/>
          <p:nvPr/>
        </p:nvSpPr>
        <p:spPr>
          <a:xfrm>
            <a:off x="704088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78040" y="192024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Консультация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Прогрев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D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цепочка: от смыслов до первого контакта с клиентом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4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Подарок для вас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371600" y="1737360"/>
            <a:ext cx="6400800" cy="274320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71600" y="1737360"/>
            <a:ext cx="6400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1920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Таблица-парсер каруселей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5920" y="24688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</a:rPr>
              <a:t>Google-таблица со встроенным скриптом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</a:rPr>
              <a:t>Минимальная настройка: API-ключ → вставить → работает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E0"/>
                </a:solidFill>
              </a:rPr>
              <a:t>+ мини-видеоурок по настройке
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rgbClr val="6EDCD9"/>
                </a:solidFill>
              </a:rPr>
              <a:t>Напишите мне лично в Telegram — пришлю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 err="1" smtClean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r>
              <a:rPr lang="en-US" sz="2400" dirty="0" smtClean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05503"/>
            <a:ext cx="2939486" cy="3072818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037" y="1200194"/>
            <a:ext cx="2944566" cy="3078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1381</Words>
  <Application>Microsoft Office PowerPoint</Application>
  <PresentationFormat>Экран (16:9)</PresentationFormat>
  <Paragraphs>297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Контент-завод и автоматизация процессов</dc:title>
  <dc:subject>PptxGenJS Presentation</dc:subject>
  <dc:creator>Павел Лещенко</dc:creator>
  <cp:lastModifiedBy>Павел Лещенко</cp:lastModifiedBy>
  <cp:revision>21</cp:revision>
  <dcterms:created xsi:type="dcterms:W3CDTF">2026-03-12T15:51:44Z</dcterms:created>
  <dcterms:modified xsi:type="dcterms:W3CDTF">2026-03-16T12:47:15Z</dcterms:modified>
</cp:coreProperties>
</file>